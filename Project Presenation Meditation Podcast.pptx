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PT Sans Narrow"/>
      <p:regular r:id="rId11"/>
      <p:bold r:id="rId12"/>
    </p:embeddedFont>
    <p:embeddedFont>
      <p:font typeface="Open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TSansNarrow-regular.fntdata"/><Relationship Id="rId10" Type="http://schemas.openxmlformats.org/officeDocument/2006/relationships/slide" Target="slides/slide5.xml"/><Relationship Id="rId13" Type="http://schemas.openxmlformats.org/officeDocument/2006/relationships/font" Target="fonts/OpenSans-regular.fntdata"/><Relationship Id="rId12" Type="http://schemas.openxmlformats.org/officeDocument/2006/relationships/font" Target="fonts/PTSansNarrow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-italic.fntdata"/><Relationship Id="rId14" Type="http://schemas.openxmlformats.org/officeDocument/2006/relationships/font" Target="fonts/OpenSans-bold.fntdata"/><Relationship Id="rId16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6a16cee43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6a16cee43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6a16cee43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6a16cee4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6a16cee43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6a16cee43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6a16cee43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c6a16cee43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6a16cee43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6a16cee43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Ironhack Mindfulness Podcast  </a:t>
            </a:r>
            <a:r>
              <a:rPr lang="en" sz="3511"/>
              <a:t>AI-Powered Meditation Generator</a:t>
            </a:r>
            <a:endParaRPr sz="3511"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50" y="2917421"/>
            <a:ext cx="4870500" cy="5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April Atkinson, Carolina Nami, Kathrin Sühlsen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11777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&amp; Target Audience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779650"/>
            <a:ext cx="7625400" cy="37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b="1" lang="en" sz="1295" u="sng"/>
              <a:t>Problem</a:t>
            </a:r>
            <a:r>
              <a:rPr lang="en" sz="1295"/>
              <a:t>	</a:t>
            </a:r>
            <a:br>
              <a:rPr lang="en" sz="1295"/>
            </a:br>
            <a:r>
              <a:rPr lang="en" sz="1295"/>
              <a:t>Intensive learning journeys cause stress, reduced focus, and emotional overload</a:t>
            </a:r>
            <a:endParaRPr sz="129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b="1" lang="en" sz="1295" u="sng"/>
              <a:t>Solution</a:t>
            </a:r>
            <a:r>
              <a:rPr lang="en" sz="1295"/>
              <a:t>	</a:t>
            </a:r>
            <a:br>
              <a:rPr lang="en" sz="1295"/>
            </a:br>
            <a:r>
              <a:rPr lang="en" sz="1295"/>
              <a:t>An AI system that automatically transforms written affirmations into guided meditation audio</a:t>
            </a:r>
            <a:endParaRPr sz="129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b="1" lang="en" sz="1295" u="sng"/>
              <a:t>Intended Audience:</a:t>
            </a:r>
            <a:br>
              <a:rPr lang="en" sz="1295"/>
            </a:br>
            <a:r>
              <a:rPr lang="en" sz="1295"/>
              <a:t>Adults (25–50) who are </a:t>
            </a:r>
            <a:endParaRPr sz="1295"/>
          </a:p>
          <a:p>
            <a:pPr indent="-310832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295"/>
              <a:buChar char="●"/>
            </a:pPr>
            <a:r>
              <a:rPr lang="en" sz="1295"/>
              <a:t>In intensive learning journeys — bootcamps, career transitions</a:t>
            </a:r>
            <a:endParaRPr sz="1295"/>
          </a:p>
          <a:p>
            <a:pPr indent="-31083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95"/>
              <a:buChar char="●"/>
            </a:pPr>
            <a:r>
              <a:rPr lang="en" sz="1295"/>
              <a:t>Building new technical or professional skills</a:t>
            </a:r>
            <a:endParaRPr sz="1295"/>
          </a:p>
          <a:p>
            <a:pPr indent="-31083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95"/>
              <a:buChar char="●"/>
            </a:pPr>
            <a:r>
              <a:rPr lang="en" sz="1295"/>
              <a:t>Seeking emotional balance during periods of growth</a:t>
            </a:r>
            <a:endParaRPr sz="1295"/>
          </a:p>
          <a:p>
            <a:pPr indent="-31083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95"/>
              <a:buChar char="●"/>
            </a:pPr>
            <a:r>
              <a:rPr lang="en" sz="1295"/>
              <a:t>Using meditation as a tool for focus and resilience</a:t>
            </a:r>
            <a:endParaRPr sz="129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295"/>
              <a:t>The meditation tone is supportive, calm, and empowering, helping users remain centered while facing new challenges. </a:t>
            </a:r>
            <a:endParaRPr sz="129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rPr b="1" lang="en" sz="1295" u="sng"/>
              <a:t>Use Case:</a:t>
            </a:r>
            <a:r>
              <a:rPr lang="en" sz="1295"/>
              <a:t>	</a:t>
            </a:r>
            <a:br>
              <a:rPr lang="en" sz="1295"/>
            </a:br>
            <a:r>
              <a:rPr lang="en" sz="1295"/>
              <a:t>Daily mindfulness podcasts supporting focus, confidence, and resilience</a:t>
            </a:r>
            <a:endParaRPr sz="129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11777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Workflow &amp; LLM Preprocessing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311700" y="779650"/>
            <a:ext cx="7016100" cy="41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955"/>
              <a:t>The Ironhack Mindfulness Podcast automatically transforms written affirmations or meditation notes into structured guided meditation audio.</a:t>
            </a:r>
            <a:endParaRPr sz="95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b="1" lang="en" sz="955" u="sng"/>
              <a:t>End-to-End AI Pipeline</a:t>
            </a:r>
            <a:r>
              <a:rPr lang="en" sz="955"/>
              <a:t>	</a:t>
            </a:r>
            <a:endParaRPr sz="955"/>
          </a:p>
          <a:p>
            <a:pPr indent="-289242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955"/>
              <a:buAutoNum type="arabicPeriod"/>
            </a:pPr>
            <a:r>
              <a:rPr b="1" lang="en" sz="955"/>
              <a:t>Input</a:t>
            </a:r>
            <a:br>
              <a:rPr lang="en" sz="955"/>
            </a:br>
            <a:r>
              <a:rPr lang="en" sz="955"/>
              <a:t>Written affirmations or meditation scripts</a:t>
            </a:r>
            <a:br>
              <a:rPr lang="en" sz="955"/>
            </a:br>
            <a:endParaRPr sz="955"/>
          </a:p>
          <a:p>
            <a:pPr indent="-28924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55"/>
              <a:buAutoNum type="arabicPeriod"/>
            </a:pPr>
            <a:r>
              <a:rPr b="1" lang="en" sz="955"/>
              <a:t>LLM Processing (Preprocessing)</a:t>
            </a:r>
            <a:br>
              <a:rPr lang="en" sz="955"/>
            </a:br>
            <a:r>
              <a:rPr lang="en" sz="955"/>
              <a:t>Transforms raw text into a structured, audio-ready guided meditation by:</a:t>
            </a:r>
            <a:endParaRPr sz="955"/>
          </a:p>
          <a:p>
            <a:pPr indent="-284718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84"/>
              <a:buAutoNum type="alphaLcPeriod"/>
            </a:pPr>
            <a:r>
              <a:rPr lang="en" sz="883"/>
              <a:t>Organizing content into a clear meditation flow (1-intro, 2-opening, 3-affirmations, 4-closing)</a:t>
            </a:r>
            <a:endParaRPr sz="883"/>
          </a:p>
          <a:p>
            <a:pPr indent="-284718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84"/>
              <a:buAutoNum type="alphaLcPeriod"/>
            </a:pPr>
            <a:r>
              <a:rPr lang="en" sz="883"/>
              <a:t>Adding smooth transitions</a:t>
            </a:r>
            <a:endParaRPr sz="883"/>
          </a:p>
          <a:p>
            <a:pPr indent="-284718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884"/>
              <a:buAutoNum type="alphaLcPeriod"/>
            </a:pPr>
            <a:r>
              <a:rPr lang="en" sz="883"/>
              <a:t>Adjusting tone to be calm, soothing (speed: 0.75) and encouraging</a:t>
            </a:r>
            <a:endParaRPr sz="883"/>
          </a:p>
          <a:p>
            <a:pPr indent="-270827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665"/>
              <a:buAutoNum type="alphaLcPeriod"/>
            </a:pPr>
            <a:r>
              <a:rPr lang="en" sz="883"/>
              <a:t>Inserting natural pauses for user to be able to repeat each affirmation</a:t>
            </a:r>
            <a:br>
              <a:rPr lang="en" sz="765"/>
            </a:br>
            <a:endParaRPr sz="765"/>
          </a:p>
          <a:p>
            <a:pPr indent="-28924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55"/>
              <a:buAutoNum type="arabicPeriod"/>
            </a:pPr>
            <a:r>
              <a:rPr b="1" lang="en" sz="955"/>
              <a:t>Audio Generation</a:t>
            </a:r>
            <a:br>
              <a:rPr lang="en" sz="955"/>
            </a:br>
            <a:r>
              <a:rPr lang="en" sz="955"/>
              <a:t>Convert the structured script into calming audio using Text-to-Speech</a:t>
            </a:r>
            <a:br>
              <a:rPr lang="en" sz="955"/>
            </a:br>
            <a:endParaRPr sz="955"/>
          </a:p>
          <a:p>
            <a:pPr indent="-28924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55"/>
              <a:buAutoNum type="arabicPeriod"/>
            </a:pPr>
            <a:r>
              <a:rPr b="1" lang="en" sz="955"/>
              <a:t>Delivery</a:t>
            </a:r>
            <a:br>
              <a:rPr lang="en" sz="955"/>
            </a:br>
            <a:r>
              <a:rPr lang="en" sz="955"/>
              <a:t>Playable meditation via a simple web interface</a:t>
            </a:r>
            <a:endParaRPr sz="95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rPr b="1" lang="en" sz="955" u="sng"/>
              <a:t>Outcome:</a:t>
            </a:r>
            <a:br>
              <a:rPr lang="en" sz="955"/>
            </a:br>
            <a:r>
              <a:rPr lang="en" sz="955"/>
              <a:t>A fully automated meditation podcast experience.</a:t>
            </a:r>
            <a:br>
              <a:rPr lang="en" sz="955"/>
            </a:br>
            <a:r>
              <a:rPr lang="en" sz="955"/>
              <a:t>This project demonstrates how AI can be used not only for productivity, but also for mental well-being and personal growth.</a:t>
            </a:r>
            <a:endParaRPr sz="955"/>
          </a:p>
        </p:txBody>
      </p:sp>
      <p:sp>
        <p:nvSpPr>
          <p:cNvPr id="80" name="Google Shape;80;p15"/>
          <p:cNvSpPr/>
          <p:nvPr/>
        </p:nvSpPr>
        <p:spPr>
          <a:xfrm>
            <a:off x="485275" y="1857900"/>
            <a:ext cx="145500" cy="194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485275" y="2474700"/>
            <a:ext cx="145500" cy="194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85275" y="3304650"/>
            <a:ext cx="145500" cy="194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11777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Implementation</a:t>
            </a:r>
            <a:endParaRPr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311700" y="779650"/>
            <a:ext cx="4201500" cy="41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5" u="sng"/>
              <a:t>Technical Components:</a:t>
            </a:r>
            <a:endParaRPr b="1" sz="955" u="sng"/>
          </a:p>
          <a:p>
            <a:pPr indent="-289242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955"/>
              <a:buChar char="●"/>
            </a:pPr>
            <a:r>
              <a:rPr lang="en" sz="955"/>
              <a:t>Python</a:t>
            </a:r>
            <a:endParaRPr sz="955"/>
          </a:p>
          <a:p>
            <a:pPr indent="-28924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55"/>
              <a:buChar char="●"/>
            </a:pPr>
            <a:r>
              <a:rPr lang="en" sz="955"/>
              <a:t>Open AI</a:t>
            </a:r>
            <a:endParaRPr sz="955"/>
          </a:p>
          <a:p>
            <a:pPr indent="-289242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55"/>
              <a:buChar char="○"/>
            </a:pPr>
            <a:r>
              <a:rPr lang="en" sz="955"/>
              <a:t>LLM for content transformation</a:t>
            </a:r>
            <a:endParaRPr sz="955"/>
          </a:p>
          <a:p>
            <a:pPr indent="-289242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55"/>
              <a:buChar char="○"/>
            </a:pPr>
            <a:r>
              <a:rPr lang="en" sz="955"/>
              <a:t>Text-to-Speech for audio generation</a:t>
            </a:r>
            <a:endParaRPr sz="955"/>
          </a:p>
          <a:p>
            <a:pPr indent="-28924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55"/>
              <a:buChar char="●"/>
            </a:pPr>
            <a:r>
              <a:rPr lang="en" sz="955"/>
              <a:t>Gradio — user interface for input &amp; playback</a:t>
            </a:r>
            <a:endParaRPr sz="955"/>
          </a:p>
          <a:p>
            <a:pPr indent="-28924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55"/>
              <a:buChar char="●"/>
            </a:pPr>
            <a:r>
              <a:rPr lang="en" sz="955"/>
              <a:t>Git &amp; GitHub — version control and collaboration</a:t>
            </a:r>
            <a:endParaRPr sz="95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5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55" u="sng"/>
              <a:t>Code Structure &amp; Data Flow</a:t>
            </a:r>
            <a:endParaRPr b="1" sz="955" u="sng"/>
          </a:p>
          <a:p>
            <a:pPr indent="-289242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955"/>
              <a:buAutoNum type="arabicPeriod"/>
            </a:pPr>
            <a:r>
              <a:rPr b="1" lang="en" sz="955"/>
              <a:t>Data Processing Layer</a:t>
            </a:r>
            <a:endParaRPr b="1" sz="955"/>
          </a:p>
          <a:p>
            <a:pPr indent="-289242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55"/>
              <a:buAutoNum type="alphaLcPeriod"/>
            </a:pPr>
            <a:r>
              <a:rPr lang="en" sz="955"/>
              <a:t>Accepts and validates text input</a:t>
            </a:r>
            <a:endParaRPr sz="955"/>
          </a:p>
          <a:p>
            <a:pPr indent="-289242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55"/>
              <a:buAutoNum type="alphaLcPeriod"/>
            </a:pPr>
            <a:r>
              <a:rPr lang="en" sz="955"/>
              <a:t>Prepares data for AI processing</a:t>
            </a:r>
            <a:endParaRPr sz="955"/>
          </a:p>
          <a:p>
            <a:pPr indent="-28924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55"/>
              <a:buAutoNum type="arabicPeriod"/>
            </a:pPr>
            <a:r>
              <a:rPr b="1" lang="en" sz="955"/>
              <a:t>LLM Processing Layer</a:t>
            </a:r>
            <a:endParaRPr b="1" sz="955"/>
          </a:p>
          <a:p>
            <a:pPr indent="-289242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55"/>
              <a:buAutoNum type="alphaLcPeriod"/>
            </a:pPr>
            <a:r>
              <a:rPr lang="en" sz="955"/>
              <a:t>Uses structured prompts to transform raw affirmations into guided meditation scripts</a:t>
            </a:r>
            <a:endParaRPr sz="955"/>
          </a:p>
          <a:p>
            <a:pPr indent="-28924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55"/>
              <a:buAutoNum type="arabicPeriod"/>
            </a:pPr>
            <a:r>
              <a:rPr b="1" lang="en" sz="955"/>
              <a:t>Audio Generation Layer</a:t>
            </a:r>
            <a:endParaRPr b="1" sz="955"/>
          </a:p>
          <a:p>
            <a:pPr indent="-289242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55"/>
              <a:buAutoNum type="alphaLcPeriod"/>
            </a:pPr>
            <a:r>
              <a:rPr lang="en" sz="955"/>
              <a:t>Converts processed script into calming audio using TTS</a:t>
            </a:r>
            <a:endParaRPr sz="955"/>
          </a:p>
          <a:p>
            <a:pPr indent="-28924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55"/>
              <a:buAutoNum type="arabicPeriod"/>
            </a:pPr>
            <a:r>
              <a:rPr b="1" lang="en" sz="955"/>
              <a:t>Application Layer</a:t>
            </a:r>
            <a:endParaRPr b="1" sz="955"/>
          </a:p>
          <a:p>
            <a:pPr indent="-289242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55"/>
              <a:buAutoNum type="alphaLcPeriod"/>
            </a:pPr>
            <a:r>
              <a:rPr lang="en" sz="955"/>
              <a:t>Connects pipeline to the Gradio interface</a:t>
            </a:r>
            <a:endParaRPr sz="95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5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95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955"/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3225" y="876449"/>
            <a:ext cx="4027898" cy="172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6949" y="2696775"/>
            <a:ext cx="3595250" cy="209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283950" y="2440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Demo, Challenges &amp; Next Steps</a:t>
            </a:r>
            <a:endParaRPr/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228525" y="1266175"/>
            <a:ext cx="31629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DEMO LINK (Gradio)</a:t>
            </a:r>
            <a:endParaRPr/>
          </a:p>
        </p:txBody>
      </p:sp>
      <p:sp>
        <p:nvSpPr>
          <p:cNvPr id="97" name="Google Shape;97;p17"/>
          <p:cNvSpPr txBox="1"/>
          <p:nvPr>
            <p:ph idx="2" type="body"/>
          </p:nvPr>
        </p:nvSpPr>
        <p:spPr>
          <a:xfrm>
            <a:off x="4117925" y="1266175"/>
            <a:ext cx="4714500" cy="330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Challenges</a:t>
            </a:r>
            <a:endParaRPr sz="1300"/>
          </a:p>
          <a:p>
            <a:pPr indent="-304958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300"/>
              <a:t>API Calling / Processing very buggy (e.g. not </a:t>
            </a:r>
            <a:r>
              <a:rPr lang="en" sz="1300"/>
              <a:t>identifying</a:t>
            </a:r>
            <a:r>
              <a:rPr lang="en" sz="1300"/>
              <a:t> the key, the files etc.)</a:t>
            </a:r>
            <a:endParaRPr sz="1300"/>
          </a:p>
          <a:p>
            <a:pPr indent="-30495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300"/>
              <a:t>For the voice to be soothing we needed to reduce speed to 0.75, but then it sometimes sounded too robotic</a:t>
            </a:r>
            <a:endParaRPr sz="1300"/>
          </a:p>
          <a:p>
            <a:pPr indent="-30495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300"/>
              <a:t>Time Constraints: Not enough time to increase the time of the pauses between affirmations (e.g. would require audio editing software), e.g. pydub. Then pydub didn’t work</a:t>
            </a:r>
            <a:endParaRPr sz="13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Next Steps:</a:t>
            </a:r>
            <a:endParaRPr sz="1300"/>
          </a:p>
          <a:p>
            <a:pPr indent="-304958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300"/>
              <a:t>Voice optimization: Fine tune pauses between affirmations (make pauses longer so that listeners can repeat</a:t>
            </a:r>
            <a:endParaRPr sz="1300"/>
          </a:p>
          <a:p>
            <a:pPr indent="-30495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300"/>
              <a:t>Adding b</a:t>
            </a:r>
            <a:r>
              <a:rPr lang="en" sz="1300"/>
              <a:t>ackground meditation music</a:t>
            </a:r>
            <a:endParaRPr sz="1300"/>
          </a:p>
          <a:p>
            <a:pPr indent="-30495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300"/>
              <a:t>Multiple meditation themes</a:t>
            </a:r>
            <a:endParaRPr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